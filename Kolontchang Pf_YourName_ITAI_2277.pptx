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Movie Rating &amp;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Final Project Presentation</a:t>
            </a:r>
          </a:p>
          <a:p>
            <a:r>
              <a:rPr dirty="0"/>
              <a:t>Team: Franck Kolontchang</a:t>
            </a:r>
            <a:endParaRPr lang="en-US" dirty="0"/>
          </a:p>
          <a:p>
            <a:r>
              <a:rPr lang="en-US" dirty="0"/>
              <a:t>Melvis </a:t>
            </a:r>
            <a:r>
              <a:rPr lang="en-US" dirty="0" err="1"/>
              <a:t>Maduagwu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Goal: Analyze movie factors influencing ratings and performance metrics.</a:t>
            </a:r>
          </a:p>
          <a:p>
            <a:r>
              <a:rPr lang="en-US" dirty="0"/>
              <a:t>This slide introduces the primary objective of the project: to explore relationships between key movie attributes (budget, revenue, popularity) and user ratings, with the aim of building predictive models and uncovering actionable insights for content platforms and studios.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Features Included:</a:t>
            </a:r>
          </a:p>
          <a:p>
            <a:r>
              <a:rPr lang="en-US" dirty="0"/>
              <a:t>Budget (production cost)</a:t>
            </a:r>
          </a:p>
          <a:p>
            <a:r>
              <a:rPr lang="en-US" dirty="0"/>
              <a:t>Revenue (box office or streaming performance)</a:t>
            </a:r>
          </a:p>
          <a:p>
            <a:r>
              <a:rPr lang="en-US" dirty="0"/>
              <a:t>Rating (user-provided scores)</a:t>
            </a:r>
          </a:p>
          <a:p>
            <a:r>
              <a:rPr lang="en-US" dirty="0"/>
              <a:t>Popularity (engagement metric)</a:t>
            </a:r>
          </a:p>
          <a:p>
            <a:r>
              <a:rPr lang="en-US" dirty="0"/>
              <a:t>Genre (categorical classification) etc..</a:t>
            </a:r>
          </a:p>
          <a:p>
            <a:pPr marL="0" indent="0">
              <a:buNone/>
            </a:pPr>
            <a:r>
              <a:rPr lang="en-US" dirty="0"/>
              <a:t>The dataset represents a comprehensive view of movies, capturing both financial and audience engagement dimensions. These features form the foundation for exploratory and predictive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Handled missing values (imputation or removal)</a:t>
            </a:r>
          </a:p>
          <a:p>
            <a:r>
              <a:rPr lang="en-US" dirty="0"/>
              <a:t>Removed or flagged duplicates</a:t>
            </a:r>
          </a:p>
          <a:p>
            <a:r>
              <a:rPr lang="en-US" dirty="0"/>
              <a:t>Type conversion (ensuring numeric fields are properly formatted)</a:t>
            </a:r>
          </a:p>
          <a:p>
            <a:r>
              <a:rPr lang="en-US" dirty="0"/>
              <a:t>Feature selection (retained most relevant columns for analysis)</a:t>
            </a:r>
          </a:p>
          <a:p>
            <a:r>
              <a:rPr lang="en-US" dirty="0"/>
              <a:t>Data quality is paramount to model reliability. This slide demonstrates the rigor applied to prepare raw data for downstream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Methods Applied:</a:t>
            </a:r>
          </a:p>
          <a:p>
            <a:r>
              <a:rPr lang="en-US" dirty="0"/>
              <a:t>Correlation study (identifying linear relationships among features)</a:t>
            </a:r>
          </a:p>
          <a:p>
            <a:r>
              <a:rPr lang="en-US" dirty="0"/>
              <a:t>Trends identification (recognizing patterns across time or groups)</a:t>
            </a:r>
          </a:p>
          <a:p>
            <a:r>
              <a:rPr lang="en-US" dirty="0"/>
              <a:t>Numerical summaries (descriptive statistics: mean, median, std. dev.)</a:t>
            </a:r>
          </a:p>
          <a:p>
            <a:r>
              <a:rPr lang="en-US" dirty="0"/>
              <a:t>EDA provides intuition about data patterns before modeling, informing feature engineering and model selection.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Charts and Plots Used:</a:t>
            </a:r>
          </a:p>
          <a:p>
            <a:r>
              <a:rPr lang="en-US" dirty="0"/>
              <a:t>Heatmap (correlation matrix of numeric features)</a:t>
            </a:r>
          </a:p>
          <a:p>
            <a:r>
              <a:rPr lang="en-US" dirty="0"/>
              <a:t>Distribution plots (histograms, KDE plots for univariate exploration)</a:t>
            </a:r>
          </a:p>
          <a:p>
            <a:r>
              <a:rPr lang="en-US" dirty="0"/>
              <a:t>Revenue vs. Rating scatter plots (bivariate relationships)</a:t>
            </a:r>
          </a:p>
          <a:p>
            <a:r>
              <a:rPr lang="en-US" dirty="0"/>
              <a:t>Visual inspection accelerates pattern recognition and makes findings accessible to non-technical stakeholders.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&amp;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Regression model to understand and predict movie rating factors</a:t>
            </a:r>
          </a:p>
          <a:p>
            <a:r>
              <a:rPr lang="en-US" dirty="0"/>
              <a:t>Feature scaling and train/test split applied</a:t>
            </a:r>
          </a:p>
          <a:p>
            <a:r>
              <a:rPr lang="en-US" dirty="0"/>
              <a:t>Model evaluation using standard metrics (MSE, R², etc.)</a:t>
            </a:r>
          </a:p>
          <a:p>
            <a:r>
              <a:rPr lang="en-US" dirty="0"/>
              <a:t>The regression framework allows us to quantify how much each feature contributes to predicting ratings or performance outcomes.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Budget correlates strongly with revenue (financial performance is scalable)</a:t>
            </a:r>
          </a:p>
          <a:p>
            <a:r>
              <a:rPr lang="en-US" dirty="0"/>
              <a:t>Popularity influences rating (audience engagement reflects quality perception)</a:t>
            </a:r>
          </a:p>
          <a:p>
            <a:r>
              <a:rPr lang="en-US" dirty="0"/>
              <a:t>Vote count is a proxy for confidence in ratings (more exposure = more stable scores)</a:t>
            </a:r>
          </a:p>
          <a:p>
            <a:r>
              <a:rPr lang="en-US" dirty="0"/>
              <a:t>These insights validate the multi-factorial nature of movie success and provide a foundation for further analysis or operational decision-making.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Obstacles Encountered:</a:t>
            </a:r>
          </a:p>
          <a:p>
            <a:r>
              <a:rPr lang="en-US" dirty="0"/>
              <a:t>Missing data in certain fields (especially older or independent films)</a:t>
            </a:r>
          </a:p>
          <a:p>
            <a:r>
              <a:rPr lang="en-US" dirty="0"/>
              <a:t>Outliers in budget and revenue (blockbusters vs. indie productions)</a:t>
            </a:r>
          </a:p>
          <a:p>
            <a:r>
              <a:rPr lang="en-US" dirty="0"/>
              <a:t>Uneven distribution of genres (some genres over-represented)</a:t>
            </a:r>
          </a:p>
          <a:p>
            <a:r>
              <a:rPr lang="en-US" dirty="0"/>
              <a:t>Acknowledging challenges demonstrates critical thinking and prepares stakeholders for limitations in model generalization.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Main Takeaway:</a:t>
            </a:r>
            <a:br>
              <a:rPr lang="en-US" dirty="0"/>
            </a:br>
            <a:r>
              <a:rPr lang="en-US" dirty="0"/>
              <a:t>Movie performance is predictable using selected features (budget, revenue, popularity, rating).</a:t>
            </a:r>
          </a:p>
          <a:p>
            <a:r>
              <a:rPr lang="en-US" dirty="0"/>
              <a:t>The project validates that data-driven approaches can meaningfully inform movie industry decisions—from greenlight choices to marketing strategies to recommendation algorithms. Future work could incorporate textual and visual features (e.g</a:t>
            </a:r>
            <a:r>
              <a:rPr lang="en-US"/>
              <a:t>., plot)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515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Movie Rating &amp; Performance Analysis</vt:lpstr>
      <vt:lpstr>Project Overview</vt:lpstr>
      <vt:lpstr>Dataset Description</vt:lpstr>
      <vt:lpstr>Data Cleaning</vt:lpstr>
      <vt:lpstr>Exploratory Analysis</vt:lpstr>
      <vt:lpstr>Visualizations</vt:lpstr>
      <vt:lpstr>Modeling &amp; Prediction</vt:lpstr>
      <vt:lpstr>Results &amp; Insights</vt:lpstr>
      <vt:lpstr>Challenges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Franck Kolontchang</dc:creator>
  <cp:keywords/>
  <dc:description>generated using python-pptx</dc:description>
  <cp:lastModifiedBy>Franck Kolontchang</cp:lastModifiedBy>
  <cp:revision>2</cp:revision>
  <dcterms:created xsi:type="dcterms:W3CDTF">2013-01-27T09:14:16Z</dcterms:created>
  <dcterms:modified xsi:type="dcterms:W3CDTF">2025-12-07T00:10:49Z</dcterms:modified>
  <cp:category/>
</cp:coreProperties>
</file>