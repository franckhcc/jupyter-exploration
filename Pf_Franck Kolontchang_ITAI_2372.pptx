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9"/>
  </p:notesMasterIdLst>
  <p:handoutMasterIdLst>
    <p:handoutMasterId r:id="rId10"/>
  </p:handoutMasterIdLst>
  <p:sldIdLst>
    <p:sldId id="256" r:id="rId2"/>
    <p:sldId id="257" r:id="rId3"/>
    <p:sldId id="258" r:id="rId4"/>
    <p:sldId id="259" r:id="rId5"/>
    <p:sldId id="260" r:id="rId6"/>
    <p:sldId id="263"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E42"/>
    <a:srgbClr val="E2DED9"/>
    <a:srgbClr val="FDFDFD"/>
    <a:srgbClr val="DEDBD8"/>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07AB7A-9FF7-4543-969A-CE69D44CAB5E}" v="1" dt="2025-12-02T00:20:36.423"/>
  </p1510:revLst>
</p1510:revInfo>
</file>

<file path=ppt/tableStyles.xml><?xml version="1.0" encoding="utf-8"?>
<a:tblStyleLst xmlns:a="http://schemas.openxmlformats.org/drawingml/2006/main" def="{3C2FFA5D-87B4-456A-9821-1D502468CF0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8" d="100"/>
          <a:sy n="78" d="100"/>
        </p:scale>
        <p:origin x="180" y="48"/>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k Kolontchang" userId="3ba5cedf422a5c92" providerId="LiveId" clId="{A56B8C52-0B0F-4EA0-8391-869973E18E64}"/>
    <pc:docChg chg="custSel modSld">
      <pc:chgData name="Franck Kolontchang" userId="3ba5cedf422a5c92" providerId="LiveId" clId="{A56B8C52-0B0F-4EA0-8391-869973E18E64}" dt="2025-12-02T00:20:46.396" v="107" actId="20577"/>
      <pc:docMkLst>
        <pc:docMk/>
      </pc:docMkLst>
      <pc:sldChg chg="modSp mod">
        <pc:chgData name="Franck Kolontchang" userId="3ba5cedf422a5c92" providerId="LiveId" clId="{A56B8C52-0B0F-4EA0-8391-869973E18E64}" dt="2025-12-02T00:00:30.790" v="4" actId="27636"/>
        <pc:sldMkLst>
          <pc:docMk/>
          <pc:sldMk cId="2449431650" sldId="258"/>
        </pc:sldMkLst>
        <pc:spChg chg="mod">
          <ac:chgData name="Franck Kolontchang" userId="3ba5cedf422a5c92" providerId="LiveId" clId="{A56B8C52-0B0F-4EA0-8391-869973E18E64}" dt="2025-12-02T00:00:30.790" v="4" actId="27636"/>
          <ac:spMkLst>
            <pc:docMk/>
            <pc:sldMk cId="2449431650" sldId="258"/>
            <ac:spMk id="3" creationId="{C3C0199F-A274-44C6-BF37-784A855E6EEA}"/>
          </ac:spMkLst>
        </pc:spChg>
      </pc:sldChg>
      <pc:sldChg chg="modSp mod">
        <pc:chgData name="Franck Kolontchang" userId="3ba5cedf422a5c92" providerId="LiveId" clId="{A56B8C52-0B0F-4EA0-8391-869973E18E64}" dt="2025-12-02T00:01:30.240" v="29" actId="20577"/>
        <pc:sldMkLst>
          <pc:docMk/>
          <pc:sldMk cId="2712936521" sldId="259"/>
        </pc:sldMkLst>
        <pc:spChg chg="mod">
          <ac:chgData name="Franck Kolontchang" userId="3ba5cedf422a5c92" providerId="LiveId" clId="{A56B8C52-0B0F-4EA0-8391-869973E18E64}" dt="2025-12-02T00:01:30.240" v="29" actId="20577"/>
          <ac:spMkLst>
            <pc:docMk/>
            <pc:sldMk cId="2712936521" sldId="259"/>
            <ac:spMk id="3" creationId="{C3C0199F-A274-44C6-BF37-784A855E6EEA}"/>
          </ac:spMkLst>
        </pc:spChg>
      </pc:sldChg>
      <pc:sldChg chg="modSp mod">
        <pc:chgData name="Franck Kolontchang" userId="3ba5cedf422a5c92" providerId="LiveId" clId="{A56B8C52-0B0F-4EA0-8391-869973E18E64}" dt="2025-12-02T00:02:29.611" v="83" actId="255"/>
        <pc:sldMkLst>
          <pc:docMk/>
          <pc:sldMk cId="4164098364" sldId="260"/>
        </pc:sldMkLst>
        <pc:spChg chg="mod">
          <ac:chgData name="Franck Kolontchang" userId="3ba5cedf422a5c92" providerId="LiveId" clId="{A56B8C52-0B0F-4EA0-8391-869973E18E64}" dt="2025-12-02T00:02:29.611" v="83" actId="255"/>
          <ac:spMkLst>
            <pc:docMk/>
            <pc:sldMk cId="4164098364" sldId="260"/>
            <ac:spMk id="4" creationId="{4986B87E-83DC-455A-94FE-389658903147}"/>
          </ac:spMkLst>
        </pc:spChg>
      </pc:sldChg>
      <pc:sldChg chg="modSp mod">
        <pc:chgData name="Franck Kolontchang" userId="3ba5cedf422a5c92" providerId="LiveId" clId="{A56B8C52-0B0F-4EA0-8391-869973E18E64}" dt="2025-12-02T00:20:46.396" v="107" actId="20577"/>
        <pc:sldMkLst>
          <pc:docMk/>
          <pc:sldMk cId="2394598200" sldId="264"/>
        </pc:sldMkLst>
        <pc:spChg chg="mod">
          <ac:chgData name="Franck Kolontchang" userId="3ba5cedf422a5c92" providerId="LiveId" clId="{A56B8C52-0B0F-4EA0-8391-869973E18E64}" dt="2025-12-02T00:20:46.396" v="107" actId="20577"/>
          <ac:spMkLst>
            <pc:docMk/>
            <pc:sldMk cId="2394598200" sldId="264"/>
            <ac:spMk id="5" creationId="{04A83FEE-FC5C-A171-5869-264A15D98BE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D81DDF-98D4-498E-A94D-DDD7A807AD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391BFCE-55A1-4C09-B4B5-9359AD6F4D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E4FA28-26D5-4BDF-9A75-C27596ADE055}" type="datetimeFigureOut">
              <a:rPr lang="en-US" smtClean="0"/>
              <a:t>12/1/2025</a:t>
            </a:fld>
            <a:endParaRPr lang="en-US" dirty="0"/>
          </a:p>
        </p:txBody>
      </p:sp>
      <p:sp>
        <p:nvSpPr>
          <p:cNvPr id="4" name="Footer Placeholder 3">
            <a:extLst>
              <a:ext uri="{FF2B5EF4-FFF2-40B4-BE49-F238E27FC236}">
                <a16:creationId xmlns:a16="http://schemas.microsoft.com/office/drawing/2014/main" id="{4BEEB1F3-97EE-4F0D-B402-E34820EC6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054877F-A04A-4D6A-A0A8-95CC6E2D2A3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507CFE-5866-4B40-8953-42375E9B5DB3}" type="slidenum">
              <a:rPr lang="en-US" smtClean="0"/>
              <a:t>‹#›</a:t>
            </a:fld>
            <a:endParaRPr lang="en-US" dirty="0"/>
          </a:p>
        </p:txBody>
      </p:sp>
    </p:spTree>
    <p:extLst>
      <p:ext uri="{BB962C8B-B14F-4D97-AF65-F5344CB8AC3E}">
        <p14:creationId xmlns:p14="http://schemas.microsoft.com/office/powerpoint/2010/main" val="19552507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E1D6F-8584-4A53-833D-DCA47225B220}" type="datetimeFigureOut">
              <a:rPr lang="en-US" smtClean="0"/>
              <a:t>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3874D-A20A-4B3E-9C12-F524953D5B76}" type="slidenum">
              <a:rPr lang="en-US" smtClean="0"/>
              <a:t>‹#›</a:t>
            </a:fld>
            <a:endParaRPr lang="en-US" dirty="0"/>
          </a:p>
        </p:txBody>
      </p:sp>
    </p:spTree>
    <p:extLst>
      <p:ext uri="{BB962C8B-B14F-4D97-AF65-F5344CB8AC3E}">
        <p14:creationId xmlns:p14="http://schemas.microsoft.com/office/powerpoint/2010/main" val="228530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7464" y="802298"/>
            <a:ext cx="8637073" cy="2541431"/>
          </a:xfrm>
        </p:spPr>
        <p:txBody>
          <a:bodyPr bIns="0" anchor="b">
            <a:normAutofit/>
          </a:bodyPr>
          <a:lstStyle>
            <a:lvl1pPr algn="l">
              <a:defRPr sz="6600"/>
            </a:lvl1pPr>
          </a:lstStyle>
          <a:p>
            <a:r>
              <a:rPr lang="en-US" noProof="0"/>
              <a:t>Click to edit Master title style</a:t>
            </a:r>
          </a:p>
        </p:txBody>
      </p:sp>
      <p:sp>
        <p:nvSpPr>
          <p:cNvPr id="3" name="Subtitle 2"/>
          <p:cNvSpPr>
            <a:spLocks noGrp="1"/>
          </p:cNvSpPr>
          <p:nvPr>
            <p:ph type="subTitle" idx="1"/>
          </p:nvPr>
        </p:nvSpPr>
        <p:spPr>
          <a:xfrm>
            <a:off x="1777464"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6913821" y="6370429"/>
            <a:ext cx="3500715" cy="309201"/>
          </a:xfrm>
        </p:spPr>
        <p:txBody>
          <a:bodyPr/>
          <a:lstStyle/>
          <a:p>
            <a:fld id="{2D202488-4139-4052-B998-251C9C912739}" type="datetimeFigureOut">
              <a:rPr lang="en-US" noProof="0" smtClean="0"/>
              <a:t>12/1/2025</a:t>
            </a:fld>
            <a:endParaRPr lang="en-US" noProof="0" dirty="0"/>
          </a:p>
        </p:txBody>
      </p:sp>
      <p:sp>
        <p:nvSpPr>
          <p:cNvPr id="5" name="Footer Placeholder 4"/>
          <p:cNvSpPr>
            <a:spLocks noGrp="1"/>
          </p:cNvSpPr>
          <p:nvPr>
            <p:ph type="ftr" sz="quarter" idx="11"/>
          </p:nvPr>
        </p:nvSpPr>
        <p:spPr>
          <a:xfrm>
            <a:off x="1777464" y="6370430"/>
            <a:ext cx="4973915" cy="309201"/>
          </a:xfrm>
        </p:spPr>
        <p:txBody>
          <a:bodyPr/>
          <a:lstStyle/>
          <a:p>
            <a:r>
              <a:rPr lang="en-US" noProof="0" dirty="0"/>
              <a:t>Add Footer Here</a:t>
            </a:r>
          </a:p>
        </p:txBody>
      </p:sp>
      <p:cxnSp>
        <p:nvCxnSpPr>
          <p:cNvPr id="15" name="Straight Connector 14"/>
          <p:cNvCxnSpPr/>
          <p:nvPr/>
        </p:nvCxnSpPr>
        <p:spPr>
          <a:xfrm>
            <a:off x="1777464"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56400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33" name="Straight Connector 32"/>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 name="Title 5">
            <a:extLst>
              <a:ext uri="{FF2B5EF4-FFF2-40B4-BE49-F238E27FC236}">
                <a16:creationId xmlns:a16="http://schemas.microsoft.com/office/drawing/2014/main" id="{C414FF1F-6558-4E39-87DB-276E44F5477C}"/>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5688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887950"/>
          </a:xfrm>
        </p:spPr>
        <p:txBody>
          <a:bodyPr anchor="b">
            <a:normAutofit/>
          </a:bodyPr>
          <a:lstStyle>
            <a:lvl1pPr algn="l">
              <a:defRPr sz="3600"/>
            </a:lvl1pPr>
          </a:lstStyle>
          <a:p>
            <a:r>
              <a:rPr lang="en-US" noProof="0"/>
              <a:t>Click to edit Master title style</a:t>
            </a:r>
          </a:p>
        </p:txBody>
      </p:sp>
      <p:sp>
        <p:nvSpPr>
          <p:cNvPr id="3" name="Text Placeholder 2"/>
          <p:cNvSpPr>
            <a:spLocks noGrp="1"/>
          </p:cNvSpPr>
          <p:nvPr>
            <p:ph type="body" idx="1"/>
          </p:nvPr>
        </p:nvSpPr>
        <p:spPr>
          <a:xfrm>
            <a:off x="1780777"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5" name="Footer Placeholder 4"/>
          <p:cNvSpPr>
            <a:spLocks noGrp="1"/>
          </p:cNvSpPr>
          <p:nvPr>
            <p:ph type="ftr" sz="quarter" idx="11"/>
          </p:nvPr>
        </p:nvSpPr>
        <p:spPr/>
        <p:txBody>
          <a:bodyPr/>
          <a:lstStyle/>
          <a:p>
            <a:r>
              <a:rPr lang="en-US" noProof="0" dirty="0"/>
              <a:t>Add Footer Here</a:t>
            </a:r>
          </a:p>
        </p:txBody>
      </p:sp>
      <p:cxnSp>
        <p:nvCxnSpPr>
          <p:cNvPr id="15" name="Straight Connector 14"/>
          <p:cNvCxnSpPr/>
          <p:nvPr/>
        </p:nvCxnSpPr>
        <p:spPr>
          <a:xfrm>
            <a:off x="1780777"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0136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92239" y="2161853"/>
            <a:ext cx="4645152" cy="344859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258679" y="2168318"/>
            <a:ext cx="4645152" cy="3441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4715607D-9DE2-4687-AAF8-EF2427252A90}"/>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id="{2F96D46B-C1B8-46AB-87DF-61A8058B1F42}"/>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77750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87315" y="1950795"/>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287315" y="2755515"/>
            <a:ext cx="4645152" cy="264445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52486" y="1954249"/>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252486" y="2752737"/>
            <a:ext cx="4645152" cy="263737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8" name="Footer Placeholder 7"/>
          <p:cNvSpPr>
            <a:spLocks noGrp="1"/>
          </p:cNvSpPr>
          <p:nvPr>
            <p:ph type="ftr" sz="quarter" idx="11"/>
          </p:nvPr>
        </p:nvSpPr>
        <p:spPr/>
        <p:txBody>
          <a:bodyPr/>
          <a:lstStyle/>
          <a:p>
            <a:r>
              <a:rPr lang="en-US" noProof="0" dirty="0"/>
              <a:t>Add Footer Here</a:t>
            </a:r>
          </a:p>
        </p:txBody>
      </p:sp>
      <p:cxnSp>
        <p:nvCxnSpPr>
          <p:cNvPr id="11" name="Straight Connector 10">
            <a:extLst>
              <a:ext uri="{FF2B5EF4-FFF2-40B4-BE49-F238E27FC236}">
                <a16:creationId xmlns:a16="http://schemas.microsoft.com/office/drawing/2014/main" id="{C384AA55-1960-47F4-BA3C-E97A6F2D0B19}"/>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Title 8">
            <a:extLst>
              <a:ext uri="{FF2B5EF4-FFF2-40B4-BE49-F238E27FC236}">
                <a16:creationId xmlns:a16="http://schemas.microsoft.com/office/drawing/2014/main" id="{09471694-1220-4CFC-A31F-622E5D3DE2D5}"/>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981749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a:extLst>
              <a:ext uri="{FF2B5EF4-FFF2-40B4-BE49-F238E27FC236}">
                <a16:creationId xmlns:a16="http://schemas.microsoft.com/office/drawing/2014/main" id="{FFB55B52-B62C-4800-AAC1-B15AF2FE1F45}"/>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id="{3DF0054B-B64C-418E-A1B8-428EE4A1DB50}"/>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453955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4" name="Footer Placeholder 3"/>
          <p:cNvSpPr>
            <a:spLocks noGrp="1"/>
          </p:cNvSpPr>
          <p:nvPr>
            <p:ph type="ftr" sz="quarter" idx="11"/>
          </p:nvPr>
        </p:nvSpPr>
        <p:spPr/>
        <p:txBody>
          <a:bodyPr/>
          <a:lstStyle/>
          <a:p>
            <a:r>
              <a:rPr lang="en-US" noProof="0" dirty="0"/>
              <a:t>Add Footer Here</a:t>
            </a:r>
          </a:p>
        </p:txBody>
      </p:sp>
      <p:cxnSp>
        <p:nvCxnSpPr>
          <p:cNvPr id="7" name="Straight Connector 6">
            <a:extLst>
              <a:ext uri="{FF2B5EF4-FFF2-40B4-BE49-F238E27FC236}">
                <a16:creationId xmlns:a16="http://schemas.microsoft.com/office/drawing/2014/main" id="{FFB55B52-B62C-4800-AAC1-B15AF2FE1F45}"/>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id="{3DF0054B-B64C-418E-A1B8-428EE4A1DB50}"/>
              </a:ext>
            </a:extLst>
          </p:cNvPr>
          <p:cNvSpPr>
            <a:spLocks noGrp="1"/>
          </p:cNvSpPr>
          <p:nvPr>
            <p:ph type="title"/>
          </p:nvPr>
        </p:nvSpPr>
        <p:spPr/>
        <p:txBody>
          <a:bodyPr/>
          <a:lstStyle/>
          <a:p>
            <a:r>
              <a:rPr lang="en-US" noProof="0"/>
              <a:t>Click to edit Master title style</a:t>
            </a:r>
          </a:p>
        </p:txBody>
      </p:sp>
      <p:sp>
        <p:nvSpPr>
          <p:cNvPr id="6" name="Text Placeholder 5">
            <a:extLst>
              <a:ext uri="{FF2B5EF4-FFF2-40B4-BE49-F238E27FC236}">
                <a16:creationId xmlns:a16="http://schemas.microsoft.com/office/drawing/2014/main" id="{A5A680F6-C147-410B-94DF-19850752D7DF}"/>
              </a:ext>
            </a:extLst>
          </p:cNvPr>
          <p:cNvSpPr>
            <a:spLocks noGrp="1"/>
          </p:cNvSpPr>
          <p:nvPr>
            <p:ph type="body" sz="quarter" idx="12"/>
          </p:nvPr>
        </p:nvSpPr>
        <p:spPr>
          <a:xfrm>
            <a:off x="1694656" y="1865037"/>
            <a:ext cx="8802688" cy="3127927"/>
          </a:xfrm>
        </p:spPr>
        <p:txBody>
          <a:bodyPr anchor="ctr">
            <a:normAutofit/>
          </a:bodyPr>
          <a:lstStyle>
            <a:lvl1pPr marL="0" indent="0" algn="ctr">
              <a:buNone/>
              <a:defRPr sz="6000"/>
            </a:lvl1pPr>
            <a:lvl2pPr marL="457200" indent="0">
              <a:buNone/>
              <a:defRPr/>
            </a:lvl2pPr>
          </a:lstStyle>
          <a:p>
            <a:pPr lvl="0"/>
            <a:r>
              <a:rPr lang="en-US" noProof="0"/>
              <a:t>Click to edit Master text styles</a:t>
            </a:r>
          </a:p>
        </p:txBody>
      </p:sp>
    </p:spTree>
    <p:extLst>
      <p:ext uri="{BB962C8B-B14F-4D97-AF65-F5344CB8AC3E}">
        <p14:creationId xmlns:p14="http://schemas.microsoft.com/office/powerpoint/2010/main" val="4010242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3" name="Footer Placeholder 2"/>
          <p:cNvSpPr>
            <a:spLocks noGrp="1"/>
          </p:cNvSpPr>
          <p:nvPr>
            <p:ph type="ftr" sz="quarter" idx="11"/>
          </p:nvPr>
        </p:nvSpPr>
        <p:spPr/>
        <p:txBody>
          <a:bodyPr/>
          <a:lstStyle/>
          <a:p>
            <a:r>
              <a:rPr lang="en-US" noProof="0" dirty="0"/>
              <a:t>Add Footer Here </a:t>
            </a:r>
          </a:p>
        </p:txBody>
      </p:sp>
    </p:spTree>
    <p:extLst>
      <p:ext uri="{BB962C8B-B14F-4D97-AF65-F5344CB8AC3E}">
        <p14:creationId xmlns:p14="http://schemas.microsoft.com/office/powerpoint/2010/main" val="3771245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5246" y="1645522"/>
            <a:ext cx="5807176" cy="3840852"/>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1290909" y="1645522"/>
            <a:ext cx="3600000" cy="383672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6CC09F73-0AD6-4A1E-A331-75A00B808982}"/>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id="{1B74F78C-6D32-47C3-ABB2-6E7092A9C4A3}"/>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281653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Gallery ">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0394" y="3128470"/>
            <a:ext cx="3024000" cy="1906565"/>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7873638" y="5144980"/>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2D202488-4139-4052-B998-251C9C912739}" type="datetimeFigureOut">
              <a:rPr lang="en-US" noProof="0" smtClean="0"/>
              <a:t>12/1/2025</a:t>
            </a:fld>
            <a:endParaRPr lang="en-US" noProof="0" dirty="0"/>
          </a:p>
        </p:txBody>
      </p:sp>
      <p:sp>
        <p:nvSpPr>
          <p:cNvPr id="6" name="Footer Placeholder 5"/>
          <p:cNvSpPr>
            <a:spLocks noGrp="1"/>
          </p:cNvSpPr>
          <p:nvPr>
            <p:ph type="ftr" sz="quarter" idx="11"/>
          </p:nvPr>
        </p:nvSpPr>
        <p:spPr/>
        <p:txBody>
          <a:bodyPr/>
          <a:lstStyle/>
          <a:p>
            <a:r>
              <a:rPr lang="en-US" noProof="0" dirty="0"/>
              <a:t>Add Footer Here</a:t>
            </a:r>
          </a:p>
        </p:txBody>
      </p:sp>
      <p:cxnSp>
        <p:nvCxnSpPr>
          <p:cNvPr id="9" name="Straight Connector 8">
            <a:extLst>
              <a:ext uri="{FF2B5EF4-FFF2-40B4-BE49-F238E27FC236}">
                <a16:creationId xmlns:a16="http://schemas.microsoft.com/office/drawing/2014/main" id="{6CC09F73-0AD6-4A1E-A331-75A00B808982}"/>
              </a:ext>
            </a:extLst>
          </p:cNvPr>
          <p:cNvCxnSpPr/>
          <p:nvPr userDrawn="1"/>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Content Placeholder 2">
            <a:extLst>
              <a:ext uri="{FF2B5EF4-FFF2-40B4-BE49-F238E27FC236}">
                <a16:creationId xmlns:a16="http://schemas.microsoft.com/office/drawing/2014/main" id="{9DE9A20D-024F-4A17-9B20-526AA4037253}"/>
              </a:ext>
            </a:extLst>
          </p:cNvPr>
          <p:cNvSpPr>
            <a:spLocks noGrp="1"/>
          </p:cNvSpPr>
          <p:nvPr>
            <p:ph idx="12"/>
          </p:nvPr>
        </p:nvSpPr>
        <p:spPr>
          <a:xfrm>
            <a:off x="4602108" y="3128470"/>
            <a:ext cx="3024000" cy="1906565"/>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2">
            <a:extLst>
              <a:ext uri="{FF2B5EF4-FFF2-40B4-BE49-F238E27FC236}">
                <a16:creationId xmlns:a16="http://schemas.microsoft.com/office/drawing/2014/main" id="{37D8F60F-F9DD-4AAC-BF28-C004CCDF2D69}"/>
              </a:ext>
            </a:extLst>
          </p:cNvPr>
          <p:cNvSpPr>
            <a:spLocks noGrp="1"/>
          </p:cNvSpPr>
          <p:nvPr>
            <p:ph idx="13"/>
          </p:nvPr>
        </p:nvSpPr>
        <p:spPr>
          <a:xfrm>
            <a:off x="7873638" y="3128470"/>
            <a:ext cx="3024000" cy="1906565"/>
          </a:xfrm>
        </p:spPr>
        <p:txBody>
          <a:bodyPr anchor="ct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3">
            <a:extLst>
              <a:ext uri="{FF2B5EF4-FFF2-40B4-BE49-F238E27FC236}">
                <a16:creationId xmlns:a16="http://schemas.microsoft.com/office/drawing/2014/main" id="{8F09FDD8-5B1C-4AAA-8EEC-0A77C9E477D1}"/>
              </a:ext>
            </a:extLst>
          </p:cNvPr>
          <p:cNvSpPr>
            <a:spLocks noGrp="1"/>
          </p:cNvSpPr>
          <p:nvPr>
            <p:ph type="body" sz="half" idx="14"/>
          </p:nvPr>
        </p:nvSpPr>
        <p:spPr>
          <a:xfrm>
            <a:off x="4595889" y="5144979"/>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2" name="Text Placeholder 3">
            <a:extLst>
              <a:ext uri="{FF2B5EF4-FFF2-40B4-BE49-F238E27FC236}">
                <a16:creationId xmlns:a16="http://schemas.microsoft.com/office/drawing/2014/main" id="{E6DF0B7E-E17E-4875-966D-4DE67F755B71}"/>
              </a:ext>
            </a:extLst>
          </p:cNvPr>
          <p:cNvSpPr>
            <a:spLocks noGrp="1"/>
          </p:cNvSpPr>
          <p:nvPr>
            <p:ph type="body" sz="half" idx="15"/>
          </p:nvPr>
        </p:nvSpPr>
        <p:spPr>
          <a:xfrm>
            <a:off x="1306587" y="5144978"/>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cxnSp>
        <p:nvCxnSpPr>
          <p:cNvPr id="13" name="Straight Connector 12">
            <a:extLst>
              <a:ext uri="{FF2B5EF4-FFF2-40B4-BE49-F238E27FC236}">
                <a16:creationId xmlns:a16="http://schemas.microsoft.com/office/drawing/2014/main" id="{5685D963-B130-47E9-AFCC-AEBED2B1155B}"/>
              </a:ext>
            </a:extLst>
          </p:cNvPr>
          <p:cNvCxnSpPr>
            <a:cxnSpLocks/>
          </p:cNvCxnSpPr>
          <p:nvPr userDrawn="1"/>
        </p:nvCxnSpPr>
        <p:spPr>
          <a:xfrm>
            <a:off x="448407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2FA9B6CF-713A-4942-BE35-A61AFCDDFD3D}"/>
              </a:ext>
            </a:extLst>
          </p:cNvPr>
          <p:cNvCxnSpPr>
            <a:cxnSpLocks/>
          </p:cNvCxnSpPr>
          <p:nvPr userDrawn="1"/>
        </p:nvCxnSpPr>
        <p:spPr>
          <a:xfrm>
            <a:off x="775774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sp>
        <p:nvSpPr>
          <p:cNvPr id="19" name="Text Placeholder 18">
            <a:extLst>
              <a:ext uri="{FF2B5EF4-FFF2-40B4-BE49-F238E27FC236}">
                <a16:creationId xmlns:a16="http://schemas.microsoft.com/office/drawing/2014/main" id="{93809A32-C7A4-4739-994B-BE492F855ACC}"/>
              </a:ext>
            </a:extLst>
          </p:cNvPr>
          <p:cNvSpPr>
            <a:spLocks noGrp="1"/>
          </p:cNvSpPr>
          <p:nvPr>
            <p:ph type="body" sz="quarter" idx="16"/>
          </p:nvPr>
        </p:nvSpPr>
        <p:spPr>
          <a:xfrm>
            <a:off x="1290908" y="1617663"/>
            <a:ext cx="9618391" cy="1336675"/>
          </a:xfrm>
        </p:spPr>
        <p:txBody>
          <a:bodyPr>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itle 6">
            <a:extLst>
              <a:ext uri="{FF2B5EF4-FFF2-40B4-BE49-F238E27FC236}">
                <a16:creationId xmlns:a16="http://schemas.microsoft.com/office/drawing/2014/main" id="{2C1ABD52-D5FE-4FC2-8449-5DA0E52853E1}"/>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242703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noProof="0"/>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7236069" y="6332578"/>
            <a:ext cx="4315852" cy="320123"/>
          </a:xfrm>
        </p:spPr>
        <p:txBody>
          <a:bodyPr/>
          <a:lstStyle>
            <a:lvl1pPr algn="r">
              <a:defRPr/>
            </a:lvl1pPr>
          </a:lstStyle>
          <a:p>
            <a:fld id="{2D202488-4139-4052-B998-251C9C912739}" type="datetimeFigureOut">
              <a:rPr lang="en-US" noProof="0" smtClean="0"/>
              <a:pPr/>
              <a:t>12/1/2025</a:t>
            </a:fld>
            <a:endParaRPr lang="en-US" noProof="0" dirty="0"/>
          </a:p>
        </p:txBody>
      </p:sp>
      <p:sp>
        <p:nvSpPr>
          <p:cNvPr id="6" name="Footer Placeholder 5"/>
          <p:cNvSpPr>
            <a:spLocks noGrp="1"/>
          </p:cNvSpPr>
          <p:nvPr>
            <p:ph type="ftr" sz="quarter" idx="11"/>
          </p:nvPr>
        </p:nvSpPr>
        <p:spPr>
          <a:xfrm>
            <a:off x="1447382" y="6332578"/>
            <a:ext cx="5541004" cy="320931"/>
          </a:xfrm>
        </p:spPr>
        <p:txBody>
          <a:bodyPr/>
          <a:lstStyle/>
          <a:p>
            <a:r>
              <a:rPr lang="en-US" noProof="0" dirty="0"/>
              <a:t>Add Footer Here</a:t>
            </a: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1589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4" cstate="screen">
            <a:extLst>
              <a:ext uri="{BEBA8EAE-BF5A-486C-A8C5-ECC9F3942E4B}">
                <a14:imgProps xmlns:a14="http://schemas.microsoft.com/office/drawing/2010/main">
                  <a14:imgLayer r:embed="rId15">
                    <a14:imgEffect>
                      <a14:brightnessContrast contrast="40000"/>
                    </a14:imgEffect>
                  </a14:imgLayer>
                </a14:imgProps>
              </a:ext>
              <a:ext uri="{28A0092B-C50C-407E-A947-70E740481C1C}">
                <a14:useLocalDpi xmlns:a14="http://schemas.microsoft.com/office/drawing/2010/main"/>
              </a:ext>
            </a:extLst>
          </a:blip>
          <a:srcRect b="-1562"/>
          <a:stretch/>
        </p:blipFill>
        <p:spPr bwMode="black">
          <a:xfrm>
            <a:off x="0" y="6126480"/>
            <a:ext cx="12192000" cy="742950"/>
          </a:xfrm>
          <a:prstGeom prst="rect">
            <a:avLst/>
          </a:prstGeom>
        </p:spPr>
      </p:pic>
      <p:sp>
        <p:nvSpPr>
          <p:cNvPr id="2" name="Title Placeholder 1"/>
          <p:cNvSpPr>
            <a:spLocks noGrp="1"/>
          </p:cNvSpPr>
          <p:nvPr>
            <p:ph type="title"/>
          </p:nvPr>
        </p:nvSpPr>
        <p:spPr>
          <a:xfrm>
            <a:off x="1294363" y="804519"/>
            <a:ext cx="9603275" cy="1049235"/>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1294363" y="2015732"/>
            <a:ext cx="9603275" cy="345061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396923" y="6340793"/>
            <a:ext cx="3500715" cy="309201"/>
          </a:xfrm>
          <a:prstGeom prst="rect">
            <a:avLst/>
          </a:prstGeom>
        </p:spPr>
        <p:txBody>
          <a:bodyPr vert="horz" lIns="91440" tIns="45720" rIns="91440" bIns="45720" rtlCol="0" anchor="ctr"/>
          <a:lstStyle>
            <a:lvl1pPr algn="r">
              <a:defRPr sz="1000">
                <a:solidFill>
                  <a:schemeClr val="bg1"/>
                </a:solidFill>
              </a:defRPr>
            </a:lvl1pPr>
          </a:lstStyle>
          <a:p>
            <a:fld id="{2D202488-4139-4052-B998-251C9C912739}" type="datetimeFigureOut">
              <a:rPr lang="en-US" noProof="0" smtClean="0"/>
              <a:pPr/>
              <a:t>12/1/2025</a:t>
            </a:fld>
            <a:endParaRPr lang="en-US" noProof="0" dirty="0"/>
          </a:p>
        </p:txBody>
      </p:sp>
      <p:sp>
        <p:nvSpPr>
          <p:cNvPr id="5" name="Footer Placeholder 4"/>
          <p:cNvSpPr>
            <a:spLocks noGrp="1"/>
          </p:cNvSpPr>
          <p:nvPr>
            <p:ph type="ftr" sz="quarter" idx="3"/>
          </p:nvPr>
        </p:nvSpPr>
        <p:spPr>
          <a:xfrm>
            <a:off x="1294364" y="6339730"/>
            <a:ext cx="5938836" cy="309201"/>
          </a:xfrm>
          <a:prstGeom prst="rect">
            <a:avLst/>
          </a:prstGeom>
        </p:spPr>
        <p:txBody>
          <a:bodyPr vert="horz" lIns="91440" tIns="45720" rIns="91440" bIns="45720" rtlCol="0" anchor="ctr"/>
          <a:lstStyle>
            <a:lvl1pPr algn="l">
              <a:defRPr sz="1000">
                <a:solidFill>
                  <a:schemeClr val="bg1"/>
                </a:solidFill>
              </a:defRPr>
            </a:lvl1pPr>
          </a:lstStyle>
          <a:p>
            <a:r>
              <a:rPr lang="en-US" noProof="0" dirty="0"/>
              <a:t>Add Footer Here</a:t>
            </a: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5870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7" r:id="rId7"/>
    <p:sldLayoutId id="2147483691" r:id="rId8"/>
    <p:sldLayoutId id="2147483692" r:id="rId9"/>
    <p:sldLayoutId id="2147483696" r:id="rId10"/>
    <p:sldLayoutId id="214748369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0.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CA56C-7A25-4BD4-AA72-5256E68BE4CB}"/>
              </a:ext>
            </a:extLst>
          </p:cNvPr>
          <p:cNvSpPr>
            <a:spLocks noGrp="1"/>
          </p:cNvSpPr>
          <p:nvPr>
            <p:ph type="ctrTitle"/>
          </p:nvPr>
        </p:nvSpPr>
        <p:spPr>
          <a:xfrm>
            <a:off x="1777464" y="802299"/>
            <a:ext cx="8637073" cy="2049022"/>
          </a:xfrm>
        </p:spPr>
        <p:txBody>
          <a:bodyPr>
            <a:normAutofit fontScale="90000"/>
          </a:bodyPr>
          <a:lstStyle/>
          <a:p>
            <a:pPr algn="ctr"/>
            <a:r>
              <a:rPr lang="en-US" b="1" dirty="0"/>
              <a:t> </a:t>
            </a:r>
            <a:r>
              <a:rPr lang="en-US" sz="4800" b="1" dirty="0"/>
              <a:t>Program:</a:t>
            </a:r>
            <a:r>
              <a:rPr lang="en-US" sz="4800" dirty="0"/>
              <a:t> ITAI 2372 – Artificial Intelligence </a:t>
            </a:r>
            <a:br>
              <a:rPr lang="en-US" sz="4800" b="1" dirty="0"/>
            </a:br>
            <a:r>
              <a:rPr lang="en-US" sz="4800" b="1" dirty="0"/>
              <a:t>Portfolio</a:t>
            </a:r>
            <a:endParaRPr lang="en-US" sz="4800" dirty="0"/>
          </a:p>
        </p:txBody>
      </p:sp>
      <p:sp>
        <p:nvSpPr>
          <p:cNvPr id="3" name="Subtitle 2">
            <a:extLst>
              <a:ext uri="{FF2B5EF4-FFF2-40B4-BE49-F238E27FC236}">
                <a16:creationId xmlns:a16="http://schemas.microsoft.com/office/drawing/2014/main" id="{BBBCF363-1123-45B1-8A9A-ABCDA40EF3F2}"/>
              </a:ext>
            </a:extLst>
          </p:cNvPr>
          <p:cNvSpPr>
            <a:spLocks noGrp="1"/>
          </p:cNvSpPr>
          <p:nvPr>
            <p:ph type="subTitle" idx="1"/>
          </p:nvPr>
        </p:nvSpPr>
        <p:spPr>
          <a:xfrm>
            <a:off x="1777464" y="2851321"/>
            <a:ext cx="8637072" cy="2772865"/>
          </a:xfrm>
        </p:spPr>
        <p:txBody>
          <a:bodyPr>
            <a:normAutofit lnSpcReduction="10000"/>
          </a:bodyPr>
          <a:lstStyle/>
          <a:p>
            <a:r>
              <a:rPr lang="en-US" b="1" dirty="0"/>
              <a:t>Name:</a:t>
            </a:r>
            <a:r>
              <a:rPr lang="en-US" dirty="0"/>
              <a:t> Franck Kolontchang</a:t>
            </a:r>
            <a:br>
              <a:rPr lang="en-US" dirty="0"/>
            </a:br>
            <a:br>
              <a:rPr lang="en-US" dirty="0"/>
            </a:br>
            <a:r>
              <a:rPr lang="en-US" b="1" dirty="0"/>
              <a:t>About Me:</a:t>
            </a:r>
            <a:br>
              <a:rPr lang="en-US" dirty="0"/>
            </a:br>
            <a:r>
              <a:rPr lang="en-US" dirty="0"/>
              <a:t>I am an AI student with strong hands-on experience in data analysis, machine learning models, Python programming, and visualization tools. My work this semester focused on building real projects using real datasets, exploring model performance, and developing AI solutions with practical applications.</a:t>
            </a:r>
          </a:p>
          <a:p>
            <a:endParaRPr lang="en-US" dirty="0"/>
          </a:p>
        </p:txBody>
      </p:sp>
    </p:spTree>
    <p:extLst>
      <p:ext uri="{BB962C8B-B14F-4D97-AF65-F5344CB8AC3E}">
        <p14:creationId xmlns:p14="http://schemas.microsoft.com/office/powerpoint/2010/main" val="410429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CD3E-5E33-4EB5-A2CE-C636605E633F}"/>
              </a:ext>
            </a:extLst>
          </p:cNvPr>
          <p:cNvSpPr>
            <a:spLocks noGrp="1"/>
          </p:cNvSpPr>
          <p:nvPr>
            <p:ph type="title"/>
          </p:nvPr>
        </p:nvSpPr>
        <p:spPr>
          <a:xfrm>
            <a:off x="1294363" y="804519"/>
            <a:ext cx="9603275" cy="1049235"/>
          </a:xfrm>
        </p:spPr>
        <p:txBody>
          <a:bodyPr>
            <a:normAutofit/>
          </a:bodyPr>
          <a:lstStyle/>
          <a:p>
            <a:r>
              <a:rPr lang="en-US" i="1" dirty="0"/>
              <a:t>Movie Rating &amp; Performance Analysis </a:t>
            </a:r>
            <a:endParaRPr lang="en-US" dirty="0"/>
          </a:p>
        </p:txBody>
      </p:sp>
      <p:pic>
        <p:nvPicPr>
          <p:cNvPr id="4" name="Graphic 3" descr="Lightbulb icon">
            <a:extLst>
              <a:ext uri="{FF2B5EF4-FFF2-40B4-BE49-F238E27FC236}">
                <a16:creationId xmlns:a16="http://schemas.microsoft.com/office/drawing/2014/main" id="{5E124F8C-3984-4EEC-9BA8-3B255731F2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28262" y="206686"/>
            <a:ext cx="1122450" cy="1122450"/>
          </a:xfrm>
          <a:prstGeom prst="rect">
            <a:avLst/>
          </a:prstGeom>
        </p:spPr>
      </p:pic>
      <p:sp>
        <p:nvSpPr>
          <p:cNvPr id="3" name="Content Placeholder 2">
            <a:extLst>
              <a:ext uri="{FF2B5EF4-FFF2-40B4-BE49-F238E27FC236}">
                <a16:creationId xmlns:a16="http://schemas.microsoft.com/office/drawing/2014/main" id="{C3C0199F-A274-44C6-BF37-784A855E6EEA}"/>
              </a:ext>
            </a:extLst>
          </p:cNvPr>
          <p:cNvSpPr>
            <a:spLocks noGrp="1"/>
          </p:cNvSpPr>
          <p:nvPr>
            <p:ph idx="1"/>
          </p:nvPr>
        </p:nvSpPr>
        <p:spPr/>
        <p:txBody>
          <a:bodyPr>
            <a:normAutofit fontScale="92500" lnSpcReduction="10000"/>
          </a:bodyPr>
          <a:lstStyle/>
          <a:p>
            <a:pPr marL="0" indent="0">
              <a:buNone/>
            </a:pPr>
            <a:r>
              <a:rPr lang="en-US" b="1" dirty="0"/>
              <a:t>Skills Gained:</a:t>
            </a:r>
            <a:endParaRPr lang="en-US" dirty="0"/>
          </a:p>
          <a:p>
            <a:r>
              <a:rPr lang="en-US" dirty="0"/>
              <a:t>Installed/imported Python libraries (Pandas, NumPy, Matplotlib, Seaborn)</a:t>
            </a:r>
          </a:p>
          <a:p>
            <a:r>
              <a:rPr lang="en-US" dirty="0"/>
              <a:t>Conducted full EDA (handling missing values, correlations, distributions)</a:t>
            </a:r>
          </a:p>
          <a:p>
            <a:r>
              <a:rPr lang="en-US" dirty="0"/>
              <a:t>Created visualizations: heatmaps, bar charts, scatterplots</a:t>
            </a:r>
          </a:p>
          <a:p>
            <a:r>
              <a:rPr lang="en-US" dirty="0"/>
              <a:t>Built insights from features such as budget, revenue, popularity, and </a:t>
            </a:r>
            <a:r>
              <a:rPr lang="en-US" dirty="0" err="1"/>
              <a:t>vote_average</a:t>
            </a:r>
            <a:endParaRPr lang="en-US" dirty="0"/>
          </a:p>
          <a:p>
            <a:r>
              <a:rPr lang="en-US" b="1" dirty="0"/>
              <a:t>What I Learned:</a:t>
            </a:r>
            <a:br>
              <a:rPr lang="en-US" dirty="0"/>
            </a:br>
            <a:r>
              <a:rPr lang="en-US" dirty="0"/>
              <a:t>Understanding data quality, evaluating relationships between variables, using visualizations to interpret patterns, and producing insights for decision-making in film performance.</a:t>
            </a:r>
          </a:p>
          <a:p>
            <a:pPr marL="0" lvl="0" indent="0">
              <a:buNone/>
            </a:pPr>
            <a:endParaRPr lang="en-US" dirty="0"/>
          </a:p>
          <a:p>
            <a:endParaRPr lang="en-US" dirty="0"/>
          </a:p>
        </p:txBody>
      </p:sp>
    </p:spTree>
    <p:extLst>
      <p:ext uri="{BB962C8B-B14F-4D97-AF65-F5344CB8AC3E}">
        <p14:creationId xmlns:p14="http://schemas.microsoft.com/office/powerpoint/2010/main" val="2094298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CD3E-5E33-4EB5-A2CE-C636605E633F}"/>
              </a:ext>
            </a:extLst>
          </p:cNvPr>
          <p:cNvSpPr>
            <a:spLocks noGrp="1"/>
          </p:cNvSpPr>
          <p:nvPr>
            <p:ph type="title"/>
          </p:nvPr>
        </p:nvSpPr>
        <p:spPr>
          <a:xfrm>
            <a:off x="1294363" y="804519"/>
            <a:ext cx="9603275" cy="1049235"/>
          </a:xfrm>
        </p:spPr>
        <p:txBody>
          <a:bodyPr/>
          <a:lstStyle/>
          <a:p>
            <a:r>
              <a:rPr lang="en-US" b="1" dirty="0"/>
              <a:t>Projects Included in My Portfolio:</a:t>
            </a:r>
            <a:br>
              <a:rPr lang="en-US" dirty="0"/>
            </a:br>
            <a:endParaRPr lang="en-US" dirty="0"/>
          </a:p>
        </p:txBody>
      </p:sp>
      <p:pic>
        <p:nvPicPr>
          <p:cNvPr id="5" name="Graphic 4" descr="Man and Woman icon">
            <a:extLst>
              <a:ext uri="{FF2B5EF4-FFF2-40B4-BE49-F238E27FC236}">
                <a16:creationId xmlns:a16="http://schemas.microsoft.com/office/drawing/2014/main" id="{2DED0F48-76A7-437D-9746-E2DF97A1CB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53742" y="216211"/>
            <a:ext cx="1122450" cy="1122450"/>
          </a:xfrm>
          <a:prstGeom prst="rect">
            <a:avLst/>
          </a:prstGeom>
        </p:spPr>
      </p:pic>
      <p:sp>
        <p:nvSpPr>
          <p:cNvPr id="3" name="Content Placeholder 2">
            <a:extLst>
              <a:ext uri="{FF2B5EF4-FFF2-40B4-BE49-F238E27FC236}">
                <a16:creationId xmlns:a16="http://schemas.microsoft.com/office/drawing/2014/main" id="{C3C0199F-A274-44C6-BF37-784A855E6EEA}"/>
              </a:ext>
            </a:extLst>
          </p:cNvPr>
          <p:cNvSpPr>
            <a:spLocks noGrp="1"/>
          </p:cNvSpPr>
          <p:nvPr>
            <p:ph idx="1"/>
          </p:nvPr>
        </p:nvSpPr>
        <p:spPr/>
        <p:txBody>
          <a:bodyPr>
            <a:normAutofit fontScale="92500" lnSpcReduction="10000"/>
          </a:bodyPr>
          <a:lstStyle/>
          <a:p>
            <a:r>
              <a:rPr lang="en-US" b="1" dirty="0" err="1"/>
              <a:t>NewsBot</a:t>
            </a:r>
            <a:r>
              <a:rPr lang="en-US" b="1" dirty="0"/>
              <a:t> Intelligence System (NLP):</a:t>
            </a:r>
            <a:br>
              <a:rPr lang="en-US" dirty="0"/>
            </a:br>
            <a:r>
              <a:rPr lang="en-US" dirty="0"/>
              <a:t>Preprocessing, sentiment analysis, NER, and classification models.</a:t>
            </a:r>
          </a:p>
          <a:p>
            <a:r>
              <a:rPr lang="en-US" b="1" dirty="0"/>
              <a:t>Text Preprocessing Labs (</a:t>
            </a:r>
            <a:r>
              <a:rPr lang="en-US" b="1" dirty="0" err="1"/>
              <a:t>SpaCy</a:t>
            </a:r>
            <a:r>
              <a:rPr lang="en-US" b="1" dirty="0"/>
              <a:t>, NLTK):</a:t>
            </a:r>
            <a:br>
              <a:rPr lang="en-US" dirty="0"/>
            </a:br>
            <a:r>
              <a:rPr lang="en-US" dirty="0"/>
              <a:t>Tokenization, lemmatization, stop-word removal, POS tagging.</a:t>
            </a:r>
          </a:p>
          <a:p>
            <a:r>
              <a:rPr lang="en-US" b="1" dirty="0"/>
              <a:t>Generative AI Startup Pitch:</a:t>
            </a:r>
            <a:br>
              <a:rPr lang="en-US" dirty="0"/>
            </a:br>
            <a:r>
              <a:rPr lang="en-US" dirty="0"/>
              <a:t>Proposed “Paramount AI Studios” and designed a product powered by modern LLMs..</a:t>
            </a:r>
          </a:p>
          <a:p>
            <a:r>
              <a:rPr lang="en-US" b="1" dirty="0"/>
              <a:t>Tools Learned:</a:t>
            </a:r>
            <a:br>
              <a:rPr lang="en-US" dirty="0"/>
            </a:br>
            <a:r>
              <a:rPr lang="en-US" dirty="0"/>
              <a:t>Python, Pandas, Matplotlib, Seaborn, </a:t>
            </a:r>
            <a:r>
              <a:rPr lang="en-US" dirty="0" err="1"/>
              <a:t>SpaCy</a:t>
            </a:r>
            <a:r>
              <a:rPr lang="en-US" dirty="0"/>
              <a:t>, NLTK, scikit-learn, </a:t>
            </a:r>
            <a:r>
              <a:rPr lang="en-US" dirty="0" err="1"/>
              <a:t>Jupyter</a:t>
            </a:r>
            <a:r>
              <a:rPr lang="en-US" dirty="0"/>
              <a:t> Notebook. Regression/Classification method.</a:t>
            </a:r>
          </a:p>
          <a:p>
            <a:pPr marL="0" lvl="0" indent="0">
              <a:buNone/>
            </a:pPr>
            <a:endParaRPr lang="en-US" dirty="0">
              <a:solidFill>
                <a:srgbClr val="000000"/>
              </a:solidFill>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49431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CD3E-5E33-4EB5-A2CE-C636605E633F}"/>
              </a:ext>
            </a:extLst>
          </p:cNvPr>
          <p:cNvSpPr>
            <a:spLocks noGrp="1"/>
          </p:cNvSpPr>
          <p:nvPr>
            <p:ph type="title"/>
          </p:nvPr>
        </p:nvSpPr>
        <p:spPr>
          <a:xfrm>
            <a:off x="1294363" y="804519"/>
            <a:ext cx="9603275" cy="1049235"/>
          </a:xfrm>
        </p:spPr>
        <p:txBody>
          <a:bodyPr/>
          <a:lstStyle/>
          <a:p>
            <a:r>
              <a:rPr lang="en-US" b="1" dirty="0"/>
              <a:t>Real-World Applications</a:t>
            </a:r>
            <a:br>
              <a:rPr lang="en-US" b="1" dirty="0"/>
            </a:br>
            <a:endParaRPr lang="en-US" dirty="0"/>
          </a:p>
        </p:txBody>
      </p:sp>
      <p:pic>
        <p:nvPicPr>
          <p:cNvPr id="6" name="Graphic 5" descr="Tools icon">
            <a:extLst>
              <a:ext uri="{FF2B5EF4-FFF2-40B4-BE49-F238E27FC236}">
                <a16:creationId xmlns:a16="http://schemas.microsoft.com/office/drawing/2014/main" id="{A0524D64-7C99-4DD6-A26E-C33BE01EC4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84045" y="340011"/>
            <a:ext cx="1044000" cy="1044000"/>
          </a:xfrm>
          <a:prstGeom prst="rect">
            <a:avLst/>
          </a:prstGeom>
        </p:spPr>
      </p:pic>
      <p:sp>
        <p:nvSpPr>
          <p:cNvPr id="3" name="Content Placeholder 2">
            <a:extLst>
              <a:ext uri="{FF2B5EF4-FFF2-40B4-BE49-F238E27FC236}">
                <a16:creationId xmlns:a16="http://schemas.microsoft.com/office/drawing/2014/main" id="{C3C0199F-A274-44C6-BF37-784A855E6EEA}"/>
              </a:ext>
            </a:extLst>
          </p:cNvPr>
          <p:cNvSpPr>
            <a:spLocks noGrp="1"/>
          </p:cNvSpPr>
          <p:nvPr>
            <p:ph idx="1"/>
          </p:nvPr>
        </p:nvSpPr>
        <p:spPr/>
        <p:txBody>
          <a:bodyPr>
            <a:normAutofit fontScale="85000" lnSpcReduction="20000"/>
          </a:bodyPr>
          <a:lstStyle/>
          <a:p>
            <a:pPr marL="0" indent="0">
              <a:buNone/>
            </a:pPr>
            <a:r>
              <a:rPr lang="en-US" dirty="0"/>
              <a:t>I can apply my AI skills to solve problems in:</a:t>
            </a:r>
          </a:p>
          <a:p>
            <a:pPr marL="0" indent="0">
              <a:buNone/>
            </a:pPr>
            <a:r>
              <a:rPr lang="en-US" b="1" dirty="0"/>
              <a:t>1-Retail &amp; E-commerce</a:t>
            </a:r>
          </a:p>
          <a:p>
            <a:r>
              <a:rPr lang="en-US" dirty="0"/>
              <a:t>Pricing prediction / Inventory optimization</a:t>
            </a:r>
          </a:p>
          <a:p>
            <a:pPr marL="0" indent="0">
              <a:buNone/>
            </a:pPr>
            <a:r>
              <a:rPr lang="en-US" b="1" dirty="0"/>
              <a:t>2- Healthcare</a:t>
            </a:r>
          </a:p>
          <a:p>
            <a:r>
              <a:rPr lang="en-US" dirty="0"/>
              <a:t>Prescription verification using ML / NLP models for medical text and Image interpretations</a:t>
            </a:r>
          </a:p>
          <a:p>
            <a:pPr marL="0" indent="0">
              <a:buNone/>
            </a:pPr>
            <a:r>
              <a:rPr lang="en-US" b="1" dirty="0"/>
              <a:t>3- Agriculture (My real business background)</a:t>
            </a:r>
          </a:p>
          <a:p>
            <a:r>
              <a:rPr lang="en-US" dirty="0"/>
              <a:t>Yield predictions / Market-price forecasting</a:t>
            </a:r>
          </a:p>
          <a:p>
            <a:pPr marL="0" indent="0">
              <a:buNone/>
            </a:pPr>
            <a:r>
              <a:rPr lang="en-US" b="1" dirty="0"/>
              <a:t>4- Media &amp; Entertainment</a:t>
            </a:r>
          </a:p>
          <a:p>
            <a:r>
              <a:rPr lang="en-US" dirty="0"/>
              <a:t>Predicting movie success  / Audience sentiment analysis</a:t>
            </a:r>
          </a:p>
          <a:p>
            <a:pPr marL="0" lvl="0" indent="0">
              <a:buNone/>
            </a:pPr>
            <a:endParaRPr lang="en-US" dirty="0"/>
          </a:p>
          <a:p>
            <a:pPr lvl="0"/>
            <a:endParaRPr lang="en-US" dirty="0"/>
          </a:p>
        </p:txBody>
      </p:sp>
    </p:spTree>
    <p:extLst>
      <p:ext uri="{BB962C8B-B14F-4D97-AF65-F5344CB8AC3E}">
        <p14:creationId xmlns:p14="http://schemas.microsoft.com/office/powerpoint/2010/main" val="2712936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9E978-9605-417C-951F-53F4926CFF1A}"/>
              </a:ext>
            </a:extLst>
          </p:cNvPr>
          <p:cNvSpPr>
            <a:spLocks noGrp="1"/>
          </p:cNvSpPr>
          <p:nvPr>
            <p:ph type="title"/>
          </p:nvPr>
        </p:nvSpPr>
        <p:spPr>
          <a:xfrm>
            <a:off x="1290909" y="568693"/>
            <a:ext cx="9610182" cy="831507"/>
          </a:xfrm>
        </p:spPr>
        <p:txBody>
          <a:bodyPr>
            <a:normAutofit fontScale="90000"/>
          </a:bodyPr>
          <a:lstStyle/>
          <a:p>
            <a:pPr algn="ctr"/>
            <a:r>
              <a:rPr lang="en-US" b="1" dirty="0"/>
              <a:t>How People React to the Movie Agent Project</a:t>
            </a:r>
            <a:br>
              <a:rPr lang="en-US" b="1" dirty="0"/>
            </a:br>
            <a:endParaRPr lang="en-US" dirty="0"/>
          </a:p>
        </p:txBody>
      </p:sp>
      <p:pic>
        <p:nvPicPr>
          <p:cNvPr id="7" name="Graphic 6" descr="Gears icon">
            <a:extLst>
              <a:ext uri="{FF2B5EF4-FFF2-40B4-BE49-F238E27FC236}">
                <a16:creationId xmlns:a16="http://schemas.microsoft.com/office/drawing/2014/main" id="{DA9595F8-50AF-4C85-9BC5-B52646E113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16904" y="243287"/>
            <a:ext cx="1122450" cy="1122450"/>
          </a:xfrm>
          <a:prstGeom prst="rect">
            <a:avLst/>
          </a:prstGeom>
        </p:spPr>
      </p:pic>
      <p:sp>
        <p:nvSpPr>
          <p:cNvPr id="4" name="Text Placeholder 3">
            <a:extLst>
              <a:ext uri="{FF2B5EF4-FFF2-40B4-BE49-F238E27FC236}">
                <a16:creationId xmlns:a16="http://schemas.microsoft.com/office/drawing/2014/main" id="{4986B87E-83DC-455A-94FE-389658903147}"/>
              </a:ext>
            </a:extLst>
          </p:cNvPr>
          <p:cNvSpPr>
            <a:spLocks noGrp="1"/>
          </p:cNvSpPr>
          <p:nvPr>
            <p:ph type="body" sz="half" idx="2"/>
          </p:nvPr>
        </p:nvSpPr>
        <p:spPr>
          <a:xfrm>
            <a:off x="1290909" y="1645522"/>
            <a:ext cx="9902024" cy="3836725"/>
          </a:xfrm>
        </p:spPr>
        <p:txBody>
          <a:bodyPr/>
          <a:lstStyle/>
          <a:p>
            <a:r>
              <a:rPr lang="en-US" sz="2000" dirty="0"/>
              <a:t>The </a:t>
            </a:r>
            <a:r>
              <a:rPr lang="en-US" sz="2000" i="1" dirty="0"/>
              <a:t>Movie Performance Agent</a:t>
            </a:r>
            <a:r>
              <a:rPr lang="en-US" sz="2000" dirty="0"/>
              <a:t> project received strong positive reactions because it solves a real problem: understanding which movies succeed and why. People appreciated that the project uses data, not opinion, to explain movie success.</a:t>
            </a:r>
            <a:br>
              <a:rPr lang="en-US" sz="2000" dirty="0"/>
            </a:br>
            <a:r>
              <a:rPr lang="en-US" sz="2000" dirty="0"/>
              <a:t>Students, classmates, and professionals found the visualizations (scatter plots, heat maps, correlations) easy to understand and insightful. They often commented that this type of analysis feels similar to what real movie studios, streaming platforms (such as Netflix, Amazon, and Paramount), and advertisers use when making decisions.</a:t>
            </a:r>
            <a:br>
              <a:rPr lang="en-US" sz="2000" dirty="0"/>
            </a:br>
            <a:r>
              <a:rPr lang="en-US" sz="2000" dirty="0"/>
              <a:t>Overall, the project was seen as practical, impressive, and directly applicable to real-world entertainment analytics.</a:t>
            </a:r>
          </a:p>
          <a:p>
            <a:endParaRPr lang="en-US" sz="2000" dirty="0"/>
          </a:p>
          <a:p>
            <a:endParaRPr lang="en-US" dirty="0"/>
          </a:p>
          <a:p>
            <a:endParaRPr lang="en-US" dirty="0"/>
          </a:p>
        </p:txBody>
      </p:sp>
      <p:sp>
        <p:nvSpPr>
          <p:cNvPr id="5" name="Content Placeholder 4">
            <a:extLst>
              <a:ext uri="{FF2B5EF4-FFF2-40B4-BE49-F238E27FC236}">
                <a16:creationId xmlns:a16="http://schemas.microsoft.com/office/drawing/2014/main" id="{C024C14A-E496-4FF0-8939-7E31F6B95C48}"/>
              </a:ext>
            </a:extLst>
          </p:cNvPr>
          <p:cNvSpPr txBox="1">
            <a:spLocks/>
          </p:cNvSpPr>
          <p:nvPr/>
        </p:nvSpPr>
        <p:spPr>
          <a:xfrm>
            <a:off x="5048983" y="5510822"/>
            <a:ext cx="5901227" cy="77848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gn="ctr">
              <a:spcBef>
                <a:spcPts val="600"/>
              </a:spcBef>
            </a:pPr>
            <a:r>
              <a:rPr lang="en-US" sz="1400" dirty="0">
                <a:ea typeface="Tahoma" panose="020B0604030504040204" pitchFamily="34" charset="0"/>
                <a:cs typeface="Tahoma" panose="020B0604030504040204" pitchFamily="34" charset="0"/>
              </a:rPr>
              <a:t>&lt;Insert pictures or drawings of your invention design/building process&gt;</a:t>
            </a:r>
          </a:p>
          <a:p>
            <a:pPr algn="ctr">
              <a:spcBef>
                <a:spcPts val="600"/>
              </a:spcBef>
            </a:pPr>
            <a:r>
              <a:rPr lang="en-US" sz="1400" dirty="0">
                <a:ea typeface="Tahoma" panose="020B0604030504040204" pitchFamily="34" charset="0"/>
                <a:cs typeface="Tahoma" panose="020B0604030504040204" pitchFamily="34" charset="0"/>
              </a:rPr>
              <a:t>*you can insert a new slide for these pictures/drawings if you need to!</a:t>
            </a:r>
          </a:p>
        </p:txBody>
      </p:sp>
    </p:spTree>
    <p:extLst>
      <p:ext uri="{BB962C8B-B14F-4D97-AF65-F5344CB8AC3E}">
        <p14:creationId xmlns:p14="http://schemas.microsoft.com/office/powerpoint/2010/main" val="4164098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F222A-0050-42E6-8C3E-86E3C365C411}"/>
              </a:ext>
            </a:extLst>
          </p:cNvPr>
          <p:cNvSpPr>
            <a:spLocks noGrp="1"/>
          </p:cNvSpPr>
          <p:nvPr>
            <p:ph type="title"/>
          </p:nvPr>
        </p:nvSpPr>
        <p:spPr>
          <a:xfrm>
            <a:off x="1290909" y="798974"/>
            <a:ext cx="9610182" cy="601226"/>
          </a:xfrm>
        </p:spPr>
        <p:txBody>
          <a:bodyPr/>
          <a:lstStyle/>
          <a:p>
            <a:r>
              <a:rPr lang="en-US" dirty="0"/>
              <a:t>Who Are the Beneficiaries?</a:t>
            </a:r>
          </a:p>
        </p:txBody>
      </p:sp>
      <p:pic>
        <p:nvPicPr>
          <p:cNvPr id="10" name="Graphic 9" descr="Star icon">
            <a:extLst>
              <a:ext uri="{FF2B5EF4-FFF2-40B4-BE49-F238E27FC236}">
                <a16:creationId xmlns:a16="http://schemas.microsoft.com/office/drawing/2014/main" id="{F76D2371-447B-414B-9273-61F2CA39ACA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97703" y="280289"/>
            <a:ext cx="1044000" cy="1044000"/>
          </a:xfrm>
          <a:prstGeom prst="rect">
            <a:avLst/>
          </a:prstGeom>
        </p:spPr>
      </p:pic>
      <p:sp>
        <p:nvSpPr>
          <p:cNvPr id="9" name="Text Placeholder 8">
            <a:extLst>
              <a:ext uri="{FF2B5EF4-FFF2-40B4-BE49-F238E27FC236}">
                <a16:creationId xmlns:a16="http://schemas.microsoft.com/office/drawing/2014/main" id="{1BD5DDD4-B30F-43B5-9BA0-190CC29E9665}"/>
              </a:ext>
            </a:extLst>
          </p:cNvPr>
          <p:cNvSpPr>
            <a:spLocks noGrp="1"/>
          </p:cNvSpPr>
          <p:nvPr>
            <p:ph type="body" sz="quarter" idx="16"/>
          </p:nvPr>
        </p:nvSpPr>
        <p:spPr/>
        <p:txBody>
          <a:bodyPr/>
          <a:lstStyle/>
          <a:p>
            <a:r>
              <a:rPr lang="en-US" b="1" dirty="0"/>
              <a:t>Movie Studios &amp; Producers</a:t>
            </a:r>
            <a:endParaRPr lang="en-US" dirty="0"/>
          </a:p>
          <a:p>
            <a:r>
              <a:rPr lang="en-US" b="1" dirty="0"/>
              <a:t>2. Streaming Platforms (Netflix, Disney+, Amazon Prime)</a:t>
            </a:r>
            <a:endParaRPr lang="en-US" dirty="0"/>
          </a:p>
          <a:p>
            <a:r>
              <a:rPr lang="en-US" b="1" dirty="0"/>
              <a:t>3. Marketing Teams/ Investors &amp; Analysts</a:t>
            </a:r>
            <a:endParaRPr lang="en-US" dirty="0"/>
          </a:p>
          <a:p>
            <a:r>
              <a:rPr lang="en-US" b="1" dirty="0"/>
              <a:t>4. Students &amp; Beginners in Data Science</a:t>
            </a:r>
          </a:p>
          <a:p>
            <a:pPr marL="0" indent="0">
              <a:buNone/>
            </a:pPr>
            <a:endParaRPr lang="en-US" dirty="0"/>
          </a:p>
          <a:p>
            <a:pPr lvl="2"/>
            <a:endParaRPr lang="en-US" dirty="0"/>
          </a:p>
          <a:p>
            <a:endParaRPr lang="en-US" dirty="0"/>
          </a:p>
        </p:txBody>
      </p:sp>
      <p:pic>
        <p:nvPicPr>
          <p:cNvPr id="12" name="Content Placeholder 11" descr="girl testing science project">
            <a:extLst>
              <a:ext uri="{FF2B5EF4-FFF2-40B4-BE49-F238E27FC236}">
                <a16:creationId xmlns:a16="http://schemas.microsoft.com/office/drawing/2014/main" id="{687E2450-8A1E-4D26-849A-27E0C773356D}"/>
              </a:ext>
            </a:extLst>
          </p:cNvPr>
          <p:cNvPicPr>
            <a:picLocks noGrp="1" noChangeAspect="1"/>
          </p:cNvPicPr>
          <p:nvPr>
            <p:ph idx="1"/>
          </p:nvPr>
        </p:nvPicPr>
        <p:blipFill>
          <a:blip r:embed="rId4" cstate="screen">
            <a:extLst>
              <a:ext uri="{28A0092B-C50C-407E-A947-70E740481C1C}">
                <a14:useLocalDpi xmlns:a14="http://schemas.microsoft.com/office/drawing/2010/main"/>
              </a:ext>
            </a:extLst>
          </a:blip>
          <a:stretch>
            <a:fillRect/>
          </a:stretch>
        </p:blipFill>
        <p:spPr>
          <a:xfrm>
            <a:off x="1281924" y="4082256"/>
            <a:ext cx="2856834" cy="1906587"/>
          </a:xfrm>
        </p:spPr>
      </p:pic>
      <p:sp>
        <p:nvSpPr>
          <p:cNvPr id="8" name="Text Placeholder 7">
            <a:extLst>
              <a:ext uri="{FF2B5EF4-FFF2-40B4-BE49-F238E27FC236}">
                <a16:creationId xmlns:a16="http://schemas.microsoft.com/office/drawing/2014/main" id="{477A6E10-A1AB-44F7-B196-12B4EE7B21E6}"/>
              </a:ext>
            </a:extLst>
          </p:cNvPr>
          <p:cNvSpPr>
            <a:spLocks noGrp="1"/>
          </p:cNvSpPr>
          <p:nvPr>
            <p:ph type="body" sz="half" idx="15"/>
          </p:nvPr>
        </p:nvSpPr>
        <p:spPr/>
        <p:txBody>
          <a:bodyPr>
            <a:normAutofit fontScale="55000" lnSpcReduction="20000"/>
          </a:bodyPr>
          <a:lstStyle/>
          <a:p>
            <a:r>
              <a:rPr lang="en-US" dirty="0"/>
              <a:t>&lt;Insert pictures or drawings of your invention being used, with a description entered here&gt;</a:t>
            </a:r>
          </a:p>
          <a:p>
            <a:r>
              <a:rPr lang="en-US" dirty="0"/>
              <a:t>*you can insert a new slide for these pictures/drawings if you need to!</a:t>
            </a:r>
          </a:p>
          <a:p>
            <a:endParaRPr lang="en-US" dirty="0"/>
          </a:p>
        </p:txBody>
      </p:sp>
      <p:pic>
        <p:nvPicPr>
          <p:cNvPr id="14" name="Content Placeholder 13" descr="kid playing with solar system on sticks">
            <a:extLst>
              <a:ext uri="{FF2B5EF4-FFF2-40B4-BE49-F238E27FC236}">
                <a16:creationId xmlns:a16="http://schemas.microsoft.com/office/drawing/2014/main" id="{8E520986-BC14-4C72-BA30-8EC5CE656F9B}"/>
              </a:ext>
            </a:extLst>
          </p:cNvPr>
          <p:cNvPicPr>
            <a:picLocks noGrp="1" noChangeAspect="1"/>
          </p:cNvPicPr>
          <p:nvPr>
            <p:ph idx="12"/>
          </p:nvPr>
        </p:nvPicPr>
        <p:blipFill>
          <a:blip r:embed="rId5" cstate="screen">
            <a:extLst>
              <a:ext uri="{28A0092B-C50C-407E-A947-70E740481C1C}">
                <a14:useLocalDpi xmlns:a14="http://schemas.microsoft.com/office/drawing/2010/main"/>
              </a:ext>
            </a:extLst>
          </a:blip>
          <a:stretch>
            <a:fillRect/>
          </a:stretch>
        </p:blipFill>
        <p:spPr>
          <a:xfrm>
            <a:off x="4459355" y="3921919"/>
            <a:ext cx="2856834" cy="1906587"/>
          </a:xfrm>
        </p:spPr>
      </p:pic>
      <p:sp>
        <p:nvSpPr>
          <p:cNvPr id="7" name="Text Placeholder 6">
            <a:extLst>
              <a:ext uri="{FF2B5EF4-FFF2-40B4-BE49-F238E27FC236}">
                <a16:creationId xmlns:a16="http://schemas.microsoft.com/office/drawing/2014/main" id="{B15ED6EF-4F9A-41A9-B336-BFC6782228DF}"/>
              </a:ext>
            </a:extLst>
          </p:cNvPr>
          <p:cNvSpPr>
            <a:spLocks noGrp="1"/>
          </p:cNvSpPr>
          <p:nvPr>
            <p:ph type="body" sz="half" idx="14"/>
          </p:nvPr>
        </p:nvSpPr>
        <p:spPr/>
        <p:txBody>
          <a:bodyPr>
            <a:normAutofit fontScale="55000" lnSpcReduction="20000"/>
          </a:bodyPr>
          <a:lstStyle/>
          <a:p>
            <a:r>
              <a:rPr lang="en-US" dirty="0"/>
              <a:t>&lt;Insert pictures or drawings of your invention being used, with a description entered here&gt;</a:t>
            </a:r>
          </a:p>
          <a:p>
            <a:r>
              <a:rPr lang="en-US" dirty="0"/>
              <a:t>*you can insert a new slide for these pictures/drawings if you need to!</a:t>
            </a:r>
          </a:p>
          <a:p>
            <a:endParaRPr lang="en-US" dirty="0"/>
          </a:p>
        </p:txBody>
      </p:sp>
      <p:pic>
        <p:nvPicPr>
          <p:cNvPr id="16" name="Content Placeholder 15" descr="girl playing with molecule model">
            <a:extLst>
              <a:ext uri="{FF2B5EF4-FFF2-40B4-BE49-F238E27FC236}">
                <a16:creationId xmlns:a16="http://schemas.microsoft.com/office/drawing/2014/main" id="{A0609731-E84C-4760-AD5E-8E288693AE20}"/>
              </a:ext>
            </a:extLst>
          </p:cNvPr>
          <p:cNvPicPr>
            <a:picLocks noGrp="1" noChangeAspect="1"/>
          </p:cNvPicPr>
          <p:nvPr>
            <p:ph idx="13"/>
          </p:nvPr>
        </p:nvPicPr>
        <p:blipFill>
          <a:blip r:embed="rId6" cstate="screen">
            <a:extLst>
              <a:ext uri="{28A0092B-C50C-407E-A947-70E740481C1C}">
                <a14:useLocalDpi xmlns:a14="http://schemas.microsoft.com/office/drawing/2010/main"/>
              </a:ext>
            </a:extLst>
          </a:blip>
          <a:stretch>
            <a:fillRect/>
          </a:stretch>
        </p:blipFill>
        <p:spPr>
          <a:xfrm>
            <a:off x="7669371" y="4152439"/>
            <a:ext cx="2856834" cy="1906587"/>
          </a:xfrm>
        </p:spPr>
      </p:pic>
      <p:sp>
        <p:nvSpPr>
          <p:cNvPr id="4" name="Text Placeholder 3">
            <a:extLst>
              <a:ext uri="{FF2B5EF4-FFF2-40B4-BE49-F238E27FC236}">
                <a16:creationId xmlns:a16="http://schemas.microsoft.com/office/drawing/2014/main" id="{4196946F-82A2-4DBD-98DD-DB5D7C5DF011}"/>
              </a:ext>
            </a:extLst>
          </p:cNvPr>
          <p:cNvSpPr>
            <a:spLocks noGrp="1"/>
          </p:cNvSpPr>
          <p:nvPr>
            <p:ph type="body" sz="half" idx="2"/>
          </p:nvPr>
        </p:nvSpPr>
        <p:spPr/>
        <p:txBody>
          <a:bodyPr>
            <a:normAutofit fontScale="55000" lnSpcReduction="20000"/>
          </a:bodyPr>
          <a:lstStyle/>
          <a:p>
            <a:r>
              <a:rPr lang="en-US" dirty="0"/>
              <a:t>&lt;Insert pictures or drawings of your invention being used, with a description entered here&gt;</a:t>
            </a:r>
          </a:p>
          <a:p>
            <a:r>
              <a:rPr lang="en-US" dirty="0"/>
              <a:t>*you can insert a new slide for these pictures/drawings if you need to!</a:t>
            </a:r>
          </a:p>
          <a:p>
            <a:endParaRPr lang="en-US" dirty="0"/>
          </a:p>
        </p:txBody>
      </p:sp>
    </p:spTree>
    <p:extLst>
      <p:ext uri="{BB962C8B-B14F-4D97-AF65-F5344CB8AC3E}">
        <p14:creationId xmlns:p14="http://schemas.microsoft.com/office/powerpoint/2010/main" val="2412294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b="1" dirty="0"/>
              <a:t>Wrap-Up &amp; Contact</a:t>
            </a:r>
            <a:br>
              <a:rPr lang="en-US" b="1" dirty="0"/>
            </a:br>
            <a:endParaRPr lang="en-US" dirty="0"/>
          </a:p>
        </p:txBody>
      </p:sp>
      <p:sp>
        <p:nvSpPr>
          <p:cNvPr id="5" name="Text Placeholder 4">
            <a:extLst>
              <a:ext uri="{FF2B5EF4-FFF2-40B4-BE49-F238E27FC236}">
                <a16:creationId xmlns:a16="http://schemas.microsoft.com/office/drawing/2014/main" id="{04A83FEE-FC5C-A171-5869-264A15D98BE5}"/>
              </a:ext>
            </a:extLst>
          </p:cNvPr>
          <p:cNvSpPr>
            <a:spLocks noGrp="1"/>
          </p:cNvSpPr>
          <p:nvPr>
            <p:ph type="body" sz="quarter" idx="12"/>
          </p:nvPr>
        </p:nvSpPr>
        <p:spPr/>
        <p:txBody>
          <a:bodyPr>
            <a:normAutofit fontScale="25000" lnSpcReduction="20000"/>
          </a:bodyPr>
          <a:lstStyle/>
          <a:p>
            <a:r>
              <a:rPr lang="en-US" b="1" dirty="0"/>
              <a:t>GitHub Repository:</a:t>
            </a:r>
            <a:br>
              <a:rPr lang="en-US" dirty="0"/>
            </a:br>
            <a:r>
              <a:rPr lang="en-US" i="1" dirty="0"/>
              <a:t>https://github.com/Franckhcc/jupyter-exploration.git</a:t>
            </a:r>
            <a:endParaRPr lang="en-US" dirty="0"/>
          </a:p>
          <a:p>
            <a:r>
              <a:rPr lang="en-US" b="1" dirty="0"/>
              <a:t>Contact:</a:t>
            </a:r>
            <a:br>
              <a:rPr lang="en-US" dirty="0"/>
            </a:br>
            <a:r>
              <a:rPr lang="en-US" dirty="0"/>
              <a:t>Email: </a:t>
            </a:r>
            <a:r>
              <a:rPr lang="en-US" i="1" dirty="0"/>
              <a:t>kolontchangfranck@gmail.com</a:t>
            </a:r>
            <a:br>
              <a:rPr lang="en-US" dirty="0"/>
            </a:br>
            <a:r>
              <a:rPr lang="en-US" dirty="0"/>
              <a:t>Phone: </a:t>
            </a:r>
            <a:r>
              <a:rPr lang="en-US" i="1" dirty="0"/>
              <a:t>832-305-0696</a:t>
            </a:r>
          </a:p>
          <a:p>
            <a:r>
              <a:rPr lang="en-US" b="1" dirty="0"/>
              <a:t>Additional Skills:</a:t>
            </a:r>
          </a:p>
          <a:p>
            <a:r>
              <a:rPr lang="en-US" dirty="0"/>
              <a:t>Machine Learning and Data Visualization</a:t>
            </a:r>
          </a:p>
          <a:p>
            <a:r>
              <a:rPr lang="en-US" dirty="0"/>
              <a:t>Python Programming</a:t>
            </a:r>
          </a:p>
          <a:p>
            <a:r>
              <a:rPr lang="en-US" dirty="0"/>
              <a:t>Presentation &amp; communication skills</a:t>
            </a:r>
          </a:p>
          <a:p>
            <a:endParaRPr lang="en-US" dirty="0"/>
          </a:p>
        </p:txBody>
      </p:sp>
    </p:spTree>
    <p:extLst>
      <p:ext uri="{BB962C8B-B14F-4D97-AF65-F5344CB8AC3E}">
        <p14:creationId xmlns:p14="http://schemas.microsoft.com/office/powerpoint/2010/main" val="2394598200"/>
      </p:ext>
    </p:extLst>
  </p:cSld>
  <p:clrMapOvr>
    <a:masterClrMapping/>
  </p:clrMapOvr>
</p:sld>
</file>

<file path=ppt/theme/theme1.xml><?xml version="1.0" encoding="utf-8"?>
<a:theme xmlns:a="http://schemas.openxmlformats.org/drawingml/2006/main" name="Gallery">
  <a:themeElements>
    <a:clrScheme name="Custom 10">
      <a:dk1>
        <a:sysClr val="windowText" lastClr="000000"/>
      </a:dk1>
      <a:lt1>
        <a:sysClr val="window" lastClr="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Default">
      <a:majorFont>
        <a:latin typeface="Gill Sans MT"/>
        <a:ea typeface=""/>
        <a:cs typeface=""/>
      </a:majorFont>
      <a:minorFont>
        <a:latin typeface="Gill Sans MT"/>
        <a:ea typeface=""/>
        <a:cs typeface=""/>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spDef>
      <a:spPr>
        <a:solidFill>
          <a:srgbClr val="B71E42"/>
        </a:solidFill>
        <a:ln>
          <a:noFill/>
        </a:ln>
      </a:spPr>
      <a:bodyPr rtlCol="0" anchor="ctr"/>
      <a:lstStyle>
        <a:defPPr algn="ctr">
          <a:defRPr/>
        </a:defPPr>
      </a:lstStyle>
      <a:style>
        <a:lnRef idx="3">
          <a:schemeClr val="lt1"/>
        </a:lnRef>
        <a:fillRef idx="1">
          <a:schemeClr val="accent1"/>
        </a:fillRef>
        <a:effectRef idx="1">
          <a:schemeClr val="accent1"/>
        </a:effectRef>
        <a:fontRef idx="minor">
          <a:schemeClr val="lt1"/>
        </a:fontRef>
      </a:style>
    </a:spDef>
    <a:lnDef>
      <a:spPr>
        <a:ln w="31750"/>
      </a:spPr>
      <a:bodyPr/>
      <a:lstStyle/>
      <a:style>
        <a:lnRef idx="3">
          <a:schemeClr val="accent1"/>
        </a:lnRef>
        <a:fillRef idx="0">
          <a:schemeClr val="accent1"/>
        </a:fillRef>
        <a:effectRef idx="2">
          <a:schemeClr val="accent1"/>
        </a:effectRef>
        <a:fontRef idx="minor">
          <a:schemeClr val="tx1"/>
        </a:fontRef>
      </a:style>
    </a:lnDef>
  </a:objectDefaults>
  <a:extraClrSchemeLst/>
  <a:extLst>
    <a:ext uri="{05A4C25C-085E-4340-85A3-A5531E510DB2}">
      <thm15:themeFamily xmlns:thm15="http://schemas.microsoft.com/office/thememl/2012/main" name="tf66921596_win32_fixed.potx" id="{F81442EF-054B-43F2-9D42-4AC72B9AFB37}" vid="{A487745B-CFD4-4F4A-9F31-FD463ACA8A6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 invention</Template>
  <TotalTime>72</TotalTime>
  <Words>653</Words>
  <Application>Microsoft Office PowerPoint</Application>
  <PresentationFormat>Widescreen</PresentationFormat>
  <Paragraphs>48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Gill Sans MT</vt:lpstr>
      <vt:lpstr>Tahoma</vt:lpstr>
      <vt:lpstr>Gallery</vt:lpstr>
      <vt:lpstr> Program: ITAI 2372 – Artificial Intelligence  Portfolio</vt:lpstr>
      <vt:lpstr>Movie Rating &amp; Performance Analysis </vt:lpstr>
      <vt:lpstr>Projects Included in My Portfolio: </vt:lpstr>
      <vt:lpstr>Real-World Applications </vt:lpstr>
      <vt:lpstr>How People React to the Movie Agent Project </vt:lpstr>
      <vt:lpstr>Who Are the Beneficiaries?</vt:lpstr>
      <vt:lpstr>Wrap-Up &amp; Contact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Franck Kolontchang</dc:creator>
  <cp:lastModifiedBy>Franck Kolontchang</cp:lastModifiedBy>
  <cp:revision>1</cp:revision>
  <dcterms:created xsi:type="dcterms:W3CDTF">2025-12-01T23:08:55Z</dcterms:created>
  <dcterms:modified xsi:type="dcterms:W3CDTF">2025-12-02T00:21:11Z</dcterms:modified>
</cp:coreProperties>
</file>